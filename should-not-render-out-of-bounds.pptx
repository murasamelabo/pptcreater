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目的: AIで資料作成の品質を標準化する。聴衆: 意思決定者と実務担当者。発表向けに1スライド1メッセージで構成しています。
Slide 1: 3秒で要点が伝わるスライドを標準化する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ecorative s1-hero-band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F6FB3"/>
          </a:solidFill>
          <a:ln w="1270">
            <a:solidFill>
              <a:srgbClr val="2F6FB3"/>
            </a:solidFill>
            <a:prstDash val="solid"/>
          </a:ln>
        </p:spPr>
      </p:sp>
      <p:sp>
        <p:nvSpPr>
          <p:cNvPr id="4" name="Decorative s1-hero-panel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7040880" y="914400"/>
            <a:ext cx="4480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Decorative s1-hero-panel-accent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7406640" y="1371600"/>
            <a:ext cx="1463040" cy="201168"/>
          </a:xfrm>
          <a:prstGeom prst="roundRect">
            <a:avLst/>
          </a:prstGeom>
          <a:solidFill>
            <a:srgbClr val="2F6FB3"/>
          </a:solidFill>
          <a:ln w="1270">
            <a:solidFill>
              <a:srgbClr val="2F6FB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0" y="1783080"/>
            <a:ext cx="548640" cy="548640"/>
          </a:xfrm>
          <a:prstGeom prst="rect">
            <a:avLst/>
          </a:prstGeom>
        </p:spPr>
      </p:pic>
      <p:sp>
        <p:nvSpPr>
          <p:cNvPr id="7" name="Decorative s1-off-slide-shape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12081967" y="914400"/>
            <a:ext cx="1097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713232"/>
            <a:ext cx="5669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F6FB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PPTCREATER DECK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1520" y="1234440"/>
            <a:ext cx="59436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4300" b="1" spc="-40" kern="0" dirty="0">
                <a:solidFill>
                  <a:srgbClr val="15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3秒で要点が伝わる</a:t>
            </a:r>
            <a:endParaRPr lang="en-US" sz="4300" dirty="0"/>
          </a:p>
          <a:p>
            <a:pPr algn="l" indent="0" marL="0">
              <a:buNone/>
            </a:pPr>
            <a:r>
              <a:rPr lang="en-US" sz="4300" b="1" spc="-40" kern="0" dirty="0">
                <a:solidFill>
                  <a:srgbClr val="15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スライドを標準化する</a:t>
            </a:r>
            <a:endParaRPr lang="en-US" sz="4300" dirty="0"/>
          </a:p>
        </p:txBody>
      </p:sp>
      <p:sp>
        <p:nvSpPr>
          <p:cNvPr id="10" name="Text 6"/>
          <p:cNvSpPr/>
          <p:nvPr/>
        </p:nvSpPr>
        <p:spPr>
          <a:xfrm>
            <a:off x="731520" y="3611880"/>
            <a:ext cx="58521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用途・聴衆・ボリュームを先に固定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し、編集可能な図形で表現します。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731520" y="5212080"/>
            <a:ext cx="58521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対象: 意思決定者と実務担当者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06640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spc="-40" kern="0" dirty="0">
                <a:solidFill>
                  <a:srgbClr val="15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このデッキの読み方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406640" y="2468880"/>
            <a:ext cx="374904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各スライドは1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メッセージ。図やカード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は編集可能な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PowerPoint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オブジェクトです。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pptcreater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デザイン品質を備えたAIスライド作成</dc:title>
  <dc:subject>デザイン品質を備えたAIスライド作成</dc:subject>
  <dc:creator>pptcreater</dc:creator>
  <cp:lastModifiedBy>pptcreater</cp:lastModifiedBy>
  <cp:revision>1</cp:revision>
  <dcterms:created xsi:type="dcterms:W3CDTF">2026-06-15T07:12:10Z</dcterms:created>
  <dcterms:modified xsi:type="dcterms:W3CDTF">2026-06-15T07:12:10Z</dcterms:modified>
</cp:coreProperties>
</file>