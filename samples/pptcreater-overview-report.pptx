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Codeを使う開発者・デザイナー・企画担当。報告資料向けに要点と根拠を整理した構成です。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やカードは編集可能な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PowerPointオブジェクトです。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2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report。テンプレート: report-formal。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2026-06-16T02:19:43Z</dcterms:created>
  <dcterms:modified xsi:type="dcterms:W3CDTF">2026-06-16T02:19:43Z</dcterms:modified>
</cp:coreProperties>
</file>