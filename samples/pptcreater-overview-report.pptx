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導入判断は表で比較する
table: table schematic
table long description: table schematic for a contextual pptcreater sample deck, generated from safe presets.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運用上の論点を一覧化する
list: list-enumeration schematic
list long description: list-enumeration schematic for a contextual pptcreater sample deck, generated from safe presets.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リスクと対策を同じ行で示す
risk: table schematic
risk long description: table schematic for a contextual pptcreater sample deck, generated from safe presets.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結論: 標準化対象として検証を進める
summary: list schematic
summary long description: list schematic for a contextual pptcreater sample deck, generated from safe presets.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ble schemati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502920"/>
            <a:ext cx="111556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st-enumeration schemati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502920"/>
            <a:ext cx="111556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ble schemati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502920"/>
            <a:ext cx="1115568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st schematic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502920"/>
            <a:ext cx="11155680" cy="585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pptcreater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pptcreater report explanation</dc:title>
  <dc:subject>pptcreater report explanation</dc:subject>
  <dc:creator>pptcreater</dc:creator>
  <cp:lastModifiedBy>pptcreater</cp:lastModifiedBy>
  <cp:revision>1</cp:revision>
  <dcterms:created xsi:type="dcterms:W3CDTF">2026-06-14T22:36:06Z</dcterms:created>
  <dcterms:modified xsi:type="dcterms:W3CDTF">2026-06-14T22:36:06Z</dcterms:modified>
</cp:coreProperties>
</file>