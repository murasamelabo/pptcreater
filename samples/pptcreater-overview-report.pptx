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pptcreater の機能・検証・運用ポイントを報告資料として整理する。聴衆: 導入審査・標準化・ガバナンスを担当する管理者。報告資料向けに要点と根拠を整理した構成です。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用途に合わせてスタイルを選ぶ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用途・聴衆・ボリュームを先に固定し、編集可能な図形で表現します。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導入審査・標準化・ガバナンスを担当する管理者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各スライドは1メッセージ。図・カードは編集可能なPowerPointオブジェクトです。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2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4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28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20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用途に合わせてスタイルを選ぶ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report。テンプレート: report-formal。lint と polish で被り・はみ出しを抑えます。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2026-06-14T22:05:46Z</dcterms:created>
  <dcterms:modified xsi:type="dcterms:W3CDTF">2026-06-14T22:05:46Z</dcterms:modified>
</cp:coreProperties>
</file>