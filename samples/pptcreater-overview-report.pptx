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Codeを使う開発者・デザイナー・企画担当。報告資料向けに要点と根拠を整理した構成です。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851453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各スライドは1メッセージ。図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やカードは編集可能な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PowerPointオブジェクトです。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2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4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F3D3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1EEE7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8F3D35"/>
          </a:solidFill>
          <a:ln w="1270">
            <a:solidFill>
              <a:srgbClr val="8F3D35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28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2421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F5A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report。テンプレート: report-formal。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2026-06-20T05:58:17Z</dcterms:created>
  <dcterms:modified xsi:type="dcterms:W3CDTF">2026-06-20T05:58:17Z</dcterms:modified>
</cp:coreProperties>
</file>