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table. Style profile: minimal. Two-column comparison or structured attribute table.
Slide 1: 表: 論点と判断材料をそろえる
table-visual: 表 (table) schematic sample
table-visual long description: 表 (table) のサンプルです。Two-column comparison or structured attribute table.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tree. Style profile: stylish. Hierarchy with a root concept and child branches.
Slide 2: ツリー: 複雑な情報を階層で整理する
tree-visual: ツリー (tree) schematic sample
tree-visual long description: ツリー (tree) のサンプルです。Hierarchy with a root concept and child branches.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flow. Style profile: report. Left-to-right process, handoff, or customer journey.
Slide 3: 横型フロー: 作成から検証までを迷わず進める
flow-visual: 横フロー (flow) schematic sample
flow-visual long description: 横フロー (flow) のサンプルです。Left-to-right process, handoff, or customer journey.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vertical-flow. Style profile: presentation. Top-to-bottom sequence for procedures or escalation paths.
Slide 4: 縦型フロー: 承認プロセスを上から下へ示す
vertical-flow-visual: 縦フロー (vertical-flow) schematic sample
vertical-flow-visual long description: 縦フロー (vertical-flow) のサンプルです。Top-to-bottom sequence for procedures or escalation paths.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cycle. Style profile: technical. Repeating loop with directional relationships.
Slide 5: サイクル: 継続改善を循環で見せる
cycle-visual: サイクル (cycle) schematic sample
cycle-visual long description: サイクル (cycle) のサンプルです。Repeating loop with directional relationships.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before-after. Style profile: minimal. Current state versus target state with a central transition.
Slide 6: 前後比較: 現状と改善後の差分を見せる
before-after-visual: 前後比較 (before-after) schematic sample
before-after-visual long description: 前後比較 (before-after) のサンプルです。Current state versus target state with a central transition.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map. Style profile: stylish. Spatial control map or conceptual territory with numbered locations.
Slide 7: マップ: 制御ポイントを空間的に把握する
map-visual: マップ (map) schematic sample
map-visual long description: マップ (map) のサンプルです。Spatial control map or conceptual territory with numbered locations.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puzzle. Style profile: report. Interlocking modules that form one capability set.
Slide 8: パズル/ハニカム: 構成要素を一体感で示す
puzzle-visual: パズル/ハニカム (puzzle) schematic sample
puzzle-visual long description: パズル/ハニカム (puzzle) のサンプルです。Interlocking modules that form one capability set.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correlation. Style profile: presentation. Central concept with related surrounding ideas and optional relationship labels.
Slide 9: 相関図: 中心概念と周辺要素の関係を示す
correlation-visual: 相関図/概念図 (correlation) schematic sample
correlation-visual long description: 相関図/概念図 (correlation) のサンプルです。Central concept with related surrounding ideas and optional relationship labels.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matrix. Style profile: technical. 2x2 positioning map for prioritization or segmentation.
Slide 10: マトリクス: 優先度を2軸で判断する
matrix-visual: マトリクス (matrix) schematic sample
matrix-visual long description: マトリクス (matrix) のサンプルです。2x2 positioning map for prioritization or segmentation.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venn. Style profile: minimal. Overlap among two or three sets with an intersection message.
Slide 11: ベン図: 重なりから価値を説明する
venn-visual: ベン図 (venn) schematic sample
venn-visual long description: ベン図 (venn) のサンプルです。Overlap among two or three sets with an intersection message.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cross. Style profile: stylish. Inputs combined into a result using a simple plus/equal grammar.
Slide 12: 数式: 複数要素を成果へつなげる
cross-visual: 数式 (cross) schematic sample
cross-visual long description: 数式 (cross) のサンプルです。Inputs combined into a result using a simple plus/equal grammar.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set. Style profile: report. Grouped containers with optional member pills.
Slide 13: グループ/集合: 要素をまとまりで見せる
set-visual: グループ/集合 (set) schematic sample
set-visual long description: グループ/集合 (set) のサンプルです。Grouped containers with optional member pills.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contrast. Style profile: presentation. Side-by-side option comparison with aligned rows and a center VS badge.
Slide 14: 項目比較: 2案の違いを並べて見せる
contrast-visual: 項目比較 (contrast) schematic sample
contrast-visual long description: 項目比較 (contrast) のサンプルです。Side-by-side option comparison with aligned rows and a center VS badge.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scale-contrast. Style profile: technical. Relative-size bubbles based on parsed numeric values.
Slide 15: 規模比較: 数値差を面積で直感化する
scale-contrast-visual: 規模比較 (scale-contrast) schematic sample
scale-contrast-visual long description: 規模比較 (scale-contrast) のサンプルです。Relative-size bubbles based on parsed numeric values.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grow. Style profile: minimal. Concentric market-size or scope analysis.
Slide 16: 規模分析: TAM/SAM/SOMを同心円で示す
grow-visual: 規模分析 (grow) schematic sample
grow-visual long description: 規模分析 (grow) のサンプルです。Concentric market-size or scope analysis.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layer. Style profile: stylish. Stacked architecture, governance, or responsibility layers.
Slide 17: レイヤー構造: アーキテクチャを積層で説明する
layer-visual: レイヤー構造 (layer) schematic sample
layer-visual long description: レイヤー構造 (layer) のサンプルです。Stacked architecture, governance, or responsibility layers.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triangle. Style profile: report. Pyramid levels showing foundation to apex.
Slide 18: トライアングル: 基盤から頂点までを示す
triangle-visual: トライアングル (triangle) schematic sample
triangle-visual long description: トライアングル (triangle) のサンプルです。Pyramid levels showing foundation to apex.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step. Style profile: presentation. Ascending maturity, roadmap, or progression steps.
Slide 19: 階段: 成熟度やロードマップを段階で示す
step-visual: 階段/ステップ (step) schematic sample
step-visual long description: 階段/ステップ (step) のサンプルです。Ascending maturity, roadmap, or progression steps.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gantt. Style profile: technical. Simple task-by-period schedule with safe staggered bars.
Slide 20: ガントチャート: 作業と期間を同じ面で見る
gantt-visual: ガントチャート (gantt) schematic sample
gantt-visual long description: ガントチャート (gantt) のサンプルです。Simple task-by-period schedule with safe staggered bars.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ranking. Style profile: minimal. Ordered list with rank badges and value bars.
Slide 21: ランキング: 優先順位と差を同時に見せる
ranking-visual: ランキング (ranking) schematic sample
ranking-visual long description: ランキング (ranking) のサンプルです。Ordered list with rank badges and value bars.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list. Style profile: stylish. Readable vertical list with badges.
Slide 22: 箇条書き縦: 重要項目を読みやすく並べる
list-visual: 箇条書き縦 (list) schematic sample
list-visual long description: 箇条書き縦 (list) のサンプルです。Readable vertical list with badges.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list-horizontal. Style profile: report. Horizontal card list for three or four key points.
Slide 23: 箇条書き横: 3-4点をカードで見せる
list-horizontal-visual: 箇条書き横 (list-horizontal) schematic sample
list-horizontal-visual long description: 箇条書き横 (list-horizontal) のサンプルです。Horizontal card list for three or four key points.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list-enumeration. Style profile: presentation. Numbered vertical list for ordered checkpoints.
Slide 24: 箇条書き羅列: 手順やチェックを番号で示す
list-enumeration-visual: 箇条書き羅列 (list-enumeration) schematic sample
list-enumeration-visual long description: 箇条書き羅列 (list-enumeration) のサンプルです。Numbered vertical list for ordered checkpoints.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mockup. Style profile: technical. Window/card mockup for product, portal, or dashboard concepts.
Slide 25: モックアップ: UIやポータルの概念を簡潔に示す
mockup-visual: モックアップ (mockup) schematic sample
mockup-visual long description: モックアップ (mockup) のサンプルです。Window/card mockup for product, portal, or dashboard concepts.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URLs and attribution:
1. Slideland schematic and taste references | URL: https://www.slideland.tech/docs/schematic | Notes: Layouts are inspired by common schematic categories, not copied from source visuals.
Slide 26: 参考URL・出典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表 (table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ツリー (tree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横フロー (flow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縦フロー (vertical-flow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サイクル (cycle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前後比較 (before-after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マップ (map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パズル/ハニカム (puzzle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相関図/概念図 (correlation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マトリクス (matrix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ベン図 (venn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数式 (cross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グループ/集合 (set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項目比較 (contrast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規模比較 (scale-contrast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規模分析 (grow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レイヤー構造 (layer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トライアングル (triangle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階段/ステップ (step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ガントチャート (gantt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ランキング (ranking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箇条書き縦 (list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箇条書き横 (list-horizontal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箇条書き羅列 (list-enumeration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モックアップ (mockup)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0352"/>
            <a:ext cx="10789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参考URL・出典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353312"/>
            <a:ext cx="10607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外部サイトを参照した内容は、以下のURLを出典として確認できます（1件）。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1901952"/>
            <a:ext cx="10469880" cy="4352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Slideland schematic and taste references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https://www.slideland.tech/docs/schematic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schematic pattern samples</dc:title>
  <dc:subject>pptcreater schematic pattern samples</dc:subject>
  <dc:creator>pptcreater</dc:creator>
  <cp:lastModifiedBy>pptcreater</cp:lastModifiedBy>
  <cp:revision>1</cp:revision>
  <dcterms:created xsi:type="dcterms:W3CDTF">2026-06-20T02:12:27Z</dcterms:created>
  <dcterms:modified xsi:type="dcterms:W3CDTF">2026-06-20T02:12:27Z</dcterms:modified>
</cp:coreProperties>
</file>