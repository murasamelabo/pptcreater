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generate_schematic で生成した安全な図解プリセットの例です。
Slide 1: 横型フロー: 作成から検証までを迷わず進める
flow-visual: flow schematic sample
flow-visual long description: flow schematic sample generated from a safe preset to demonstrate Slideland-inspired layouts in pptcreater.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generate_schematic で生成した安全な図解プリセットの例です。
Slide 2: 表: 論点と判断材料をそろえる
table-visual: table schematic sample
table-visual long description: table schematic sample generated from a safe preset to demonstrate Slideland-inspired layouts in pptcreater.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generate_schematic で生成した安全な図解プリセットの例です。
Slide 3: ツリー: 複雑な情報を階層で整理する
tree-visual: tree schematic sample
tree-visual long description: tree schematic sample generated from a safe preset to demonstrate Slideland-inspired layouts in pptcreater.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generate_schematic で生成した安全な図解プリセットの例です。
Slide 4: 横並びリスト: 重要ポイントを短く見せる
list-horizontal-visual: list-horizontal schematic sample
list-horizontal-visual long description: list-horizontal schematic sample generated from a safe preset to demonstrate Slideland-inspired layouts in pptcreater.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low schematic samp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" y="530352"/>
            <a:ext cx="11128248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ble schematic samp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" y="530352"/>
            <a:ext cx="11128248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ee schematic samp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" y="530352"/>
            <a:ext cx="11128248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st-horizontal schematic samp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" y="530352"/>
            <a:ext cx="11128248" cy="5797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pptcreater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pptcreater schematic pattern samples</dc:title>
  <dc:subject>pptcreater schematic pattern samples</dc:subject>
  <dc:creator>pptcreater</dc:creator>
  <cp:lastModifiedBy>pptcreater</cp:lastModifiedBy>
  <cp:revision>1</cp:revision>
  <dcterms:created xsi:type="dcterms:W3CDTF">2026-06-14T16:44:01Z</dcterms:created>
  <dcterms:modified xsi:type="dcterms:W3CDTF">2026-06-14T16:44:01Z</dcterms:modified>
</cp:coreProperties>
</file>