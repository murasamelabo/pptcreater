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pptcreater の MCP / DeckSpec / render の構成を技術資料として説明する。聴衆: MCP 導入や拡張を検討するエンジニア。技術資料向けに構成図と概念を整理しています。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用途に合わせてスタイルを選ぶ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8BDF8"/>
          </a:solidFill>
          <a:ln w="1270">
            <a:solidFill>
              <a:srgbClr val="38BDF8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8BDF8"/>
          </a:solidFill>
          <a:ln w="1270">
            <a:solidFill>
              <a:srgbClr val="38BDF8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3秒で要点が伝わるスライドを標準化する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用途・聴衆・ボリュームを先に固定し、編集可能な図形で表現します。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MCP 導入や拡張を検討するエンジニア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各スライドは1メッセージ。図・カードは編集可能なPowerPointオブジェクトです。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334155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0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0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20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用途に合わせてスタイルを選ぶ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technical。テンプレート: technical-architecture。lint と polish で被り・はみ出しを抑えます。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2026-06-14T22:05:47Z</dcterms:created>
  <dcterms:modified xsi:type="dcterms:W3CDTF">2026-06-14T22:05:47Z</dcterms:modified>
</cp:coreProperties>
</file>