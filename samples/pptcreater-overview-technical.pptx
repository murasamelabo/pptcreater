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Codeを使う開発者・デザイナー・企画担当。技術資料向けに構成図と概念を整理しています。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814877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30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30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technical。テンプレート: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technical-architecture。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2026-06-20T05:58:20Z</dcterms:created>
  <dcterms:modified xsi:type="dcterms:W3CDTF">2026-06-20T05:58:20Z</dcterms:modified>
</cp:coreProperties>
</file>