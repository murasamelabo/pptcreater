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MCP から DeckSpec を経由して PPTX を作る
architecture: MCP, DeckSpec, lint, assets, diagram, and renderer architecture
architecture long description: A technical architecture diagram showing how AI agents call the MCP server, which creates DeckSpec, uses templates, assets, diagrams, lint, and renderer to produce PowerPoint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構造化された図解は generate_schematic に任せる
vertical: vertical-flow schematic
vertical long description: vertical-flow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拡張点をツリーで整理する
tree: tree schematic
tree long description: tree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失敗しやすい自由SVGを安全な部品へ寄せる
safe: list schematic
safe long description: list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CP, DeckSpec, lint, assets, diagram, and renderer architectur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ical-flow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ee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technical explanation</dc:title>
  <dc:subject>pptcreater technical explanation</dc:subject>
  <dc:creator>pptcreater</dc:creator>
  <cp:lastModifiedBy>pptcreater</cp:lastModifiedBy>
  <cp:revision>1</cp:revision>
  <dcterms:created xsi:type="dcterms:W3CDTF">2026-06-14T22:36:06Z</dcterms:created>
  <dcterms:modified xsi:type="dcterms:W3CDTF">2026-06-14T22:36:06Z</dcterms:modified>
</cp:coreProperties>
</file>