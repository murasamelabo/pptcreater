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Codeを使う開発者・デザイナー・企画担当。技術資料向けに構成図と概念を整理しています。
Slide 1: AIスライド品質標準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情報UIとしてのスライド設計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8BDF8"/>
          </a:solidFill>
          <a:ln w="1270">
            <a:solidFill>
              <a:srgbClr val="38BDF8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8BDF8"/>
          </a:solidFill>
          <a:ln w="1270">
            <a:solidFill>
              <a:srgbClr val="38BDF8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AIスライド品質標準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814877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334155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ヒアリングから可視化までの流れ</a:t>
            </a:r>
            <a:endParaRPr lang="en-US" sz="30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情報UIとしてのスライド設計</a:t>
            </a:r>
            <a:endParaRPr lang="en-US" sz="30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technical。テンプレート: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technical-architecture。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2026-06-18T23:16:18Z</dcterms:created>
  <dcterms:modified xsi:type="dcterms:W3CDTF">2026-06-18T23:16:18Z</dcterms:modified>
</cp:coreProperties>
</file>