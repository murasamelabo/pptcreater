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目的: このpptcreaterツールの価値と使い方を説明し、導入判断につなげる。聴衆: GitHub CopilotやClaude Codeを使う開発者・デザイナー・企画担当。技術資料向けに構成図と概念を整理しています。
Slide 1: AIスライド品質標準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目的と聴衆を確認し、構成・可視化・検証へ進めます。
Slide 2: ヒアリングから可視化までの流れ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カード・テキストは編集可能なPowerPointオブジェクトです。
Slide 3: 情報UIとしてのスライド設計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 / report / technical で見た目が切り替わります。
Slide 4: 用途別スタイル選定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image" Target="../media/image-3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1-hero-band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38BDF8"/>
          </a:solidFill>
          <a:ln w="1270">
            <a:solidFill>
              <a:srgbClr val="38BDF8"/>
            </a:solidFill>
            <a:prstDash val="solid"/>
          </a:ln>
        </p:spPr>
      </p:sp>
      <p:sp>
        <p:nvSpPr>
          <p:cNvPr id="4" name="Decorative s1-hero-panel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040880" y="914400"/>
            <a:ext cx="4480560" cy="484632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Decorative s1-hero-panel-accent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406640" y="1371600"/>
            <a:ext cx="1463040" cy="201168"/>
          </a:xfrm>
          <a:prstGeom prst="roundRect">
            <a:avLst/>
          </a:prstGeom>
          <a:solidFill>
            <a:srgbClr val="38BDF8"/>
          </a:solidFill>
          <a:ln w="1270">
            <a:solidFill>
              <a:srgbClr val="38BDF8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5600" y="1783080"/>
            <a:ext cx="548640" cy="548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31520" y="713232"/>
            <a:ext cx="56692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PPTCREATER DECK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731520" y="1234440"/>
            <a:ext cx="5943600" cy="2103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AIスライド品質標準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731520" y="3611880"/>
            <a:ext cx="58521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用途・聴衆・ボリュームを先に固定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し、編集可能な図形で表現します。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731520" y="5212080"/>
            <a:ext cx="585216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対象: GitHub CopilotやClaude Code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を使う開発者・デザイナー・企画担当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406640" y="1783080"/>
            <a:ext cx="2926080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このデッキの読み方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7406640" y="2468880"/>
            <a:ext cx="3749040" cy="2926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各スライドは1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メッセージ。図やカード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は編集可能な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PowerPoint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オブジェクトです。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2-track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097280" y="3108960"/>
            <a:ext cx="10058400" cy="0"/>
          </a:xfrm>
          <a:prstGeom prst="line">
            <a:avLst/>
          </a:prstGeom>
          <a:ln w="38100">
            <a:solidFill>
              <a:srgbClr val="334155"/>
            </a:solidFill>
            <a:prstDash val="solid"/>
          </a:ln>
        </p:spPr>
      </p:sp>
      <p:sp>
        <p:nvSpPr>
          <p:cNvPr id="4" name="Decorative s2-node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146304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09928" y="2944368"/>
            <a:ext cx="329184" cy="329184"/>
          </a:xfrm>
          <a:prstGeom prst="rect">
            <a:avLst/>
          </a:prstGeom>
        </p:spPr>
      </p:pic>
      <p:sp>
        <p:nvSpPr>
          <p:cNvPr id="6" name="Decorative s2-node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358902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35908" y="2944368"/>
            <a:ext cx="329184" cy="329184"/>
          </a:xfrm>
          <a:prstGeom prst="rect">
            <a:avLst/>
          </a:prstGeom>
        </p:spPr>
      </p:pic>
      <p:sp>
        <p:nvSpPr>
          <p:cNvPr id="8" name="Decorative s2-node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571500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61888" y="2944368"/>
            <a:ext cx="329184" cy="329184"/>
          </a:xfrm>
          <a:prstGeom prst="rect">
            <a:avLst/>
          </a:prstGeom>
        </p:spPr>
      </p:pic>
      <p:sp>
        <p:nvSpPr>
          <p:cNvPr id="10" name="Decorative s2-node-3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784098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87868" y="2944368"/>
            <a:ext cx="329184" cy="329184"/>
          </a:xfrm>
          <a:prstGeom prst="rect">
            <a:avLst/>
          </a:prstGeom>
        </p:spPr>
      </p:pic>
      <p:sp>
        <p:nvSpPr>
          <p:cNvPr id="12" name="Decorative s2-node-4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966960" y="2697480"/>
            <a:ext cx="822960" cy="822960"/>
          </a:xfrm>
          <a:prstGeom prst="ellipse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3848" y="2944368"/>
            <a:ext cx="329184" cy="329184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ヒアリングから可視化までの流れ</a:t>
            </a:r>
            <a:endParaRPr lang="en-US" sz="3000" dirty="0"/>
          </a:p>
        </p:txBody>
      </p:sp>
      <p:sp>
        <p:nvSpPr>
          <p:cNvPr id="15" name="Text 7"/>
          <p:cNvSpPr/>
          <p:nvPr/>
        </p:nvSpPr>
        <p:spPr>
          <a:xfrm>
            <a:off x="109728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400" dirty="0"/>
          </a:p>
        </p:txBody>
      </p:sp>
      <p:sp>
        <p:nvSpPr>
          <p:cNvPr id="16" name="Text 8"/>
          <p:cNvSpPr/>
          <p:nvPr/>
        </p:nvSpPr>
        <p:spPr>
          <a:xfrm>
            <a:off x="109728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17" name="Text 9"/>
          <p:cNvSpPr/>
          <p:nvPr/>
        </p:nvSpPr>
        <p:spPr>
          <a:xfrm>
            <a:off x="322326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322326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聴衆</a:t>
            </a:r>
            <a:endParaRPr lang="en-US" sz="1600" dirty="0"/>
          </a:p>
        </p:txBody>
      </p:sp>
      <p:sp>
        <p:nvSpPr>
          <p:cNvPr id="19" name="Text 11"/>
          <p:cNvSpPr/>
          <p:nvPr/>
        </p:nvSpPr>
        <p:spPr>
          <a:xfrm>
            <a:off x="534924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400" dirty="0"/>
          </a:p>
        </p:txBody>
      </p:sp>
      <p:sp>
        <p:nvSpPr>
          <p:cNvPr id="20" name="Text 12"/>
          <p:cNvSpPr/>
          <p:nvPr/>
        </p:nvSpPr>
        <p:spPr>
          <a:xfrm>
            <a:off x="534924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</a:t>
            </a:r>
            <a:endParaRPr lang="en-US" sz="1600" dirty="0"/>
          </a:p>
        </p:txBody>
      </p:sp>
      <p:sp>
        <p:nvSpPr>
          <p:cNvPr id="21" name="Text 13"/>
          <p:cNvSpPr/>
          <p:nvPr/>
        </p:nvSpPr>
        <p:spPr>
          <a:xfrm>
            <a:off x="747522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400" dirty="0"/>
          </a:p>
        </p:txBody>
      </p:sp>
      <p:sp>
        <p:nvSpPr>
          <p:cNvPr id="22" name="Text 14"/>
          <p:cNvSpPr/>
          <p:nvPr/>
        </p:nvSpPr>
        <p:spPr>
          <a:xfrm>
            <a:off x="747522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可視化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9601200" y="3657600"/>
            <a:ext cx="155448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400" dirty="0"/>
          </a:p>
        </p:txBody>
      </p:sp>
      <p:sp>
        <p:nvSpPr>
          <p:cNvPr id="24" name="Text 16"/>
          <p:cNvSpPr/>
          <p:nvPr/>
        </p:nvSpPr>
        <p:spPr>
          <a:xfrm>
            <a:off x="9601200" y="4069080"/>
            <a:ext cx="15544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1097280" y="5212080"/>
            <a:ext cx="1005840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先に聞くほど、後のスライドは短く・強く・見やすくなります。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3-card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636422" y="1920240"/>
            <a:ext cx="3383280" cy="338328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Decorative s3-card-accent-0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56462" y="2286000"/>
            <a:ext cx="658368" cy="658368"/>
          </a:xfrm>
          <a:prstGeom prst="roundRect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1054" y="2450592"/>
            <a:ext cx="329184" cy="329184"/>
          </a:xfrm>
          <a:prstGeom prst="rect">
            <a:avLst/>
          </a:prstGeom>
        </p:spPr>
      </p:pic>
      <p:sp>
        <p:nvSpPr>
          <p:cNvPr id="6" name="Decorative s3-card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403750" y="1920240"/>
            <a:ext cx="3383280" cy="338328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Decorative s3-card-accent-1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4723790" y="2286000"/>
            <a:ext cx="658368" cy="658368"/>
          </a:xfrm>
          <a:prstGeom prst="roundRect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88382" y="2450592"/>
            <a:ext cx="329184" cy="329184"/>
          </a:xfrm>
          <a:prstGeom prst="rect">
            <a:avLst/>
          </a:prstGeom>
        </p:spPr>
      </p:pic>
      <p:sp>
        <p:nvSpPr>
          <p:cNvPr id="9" name="Decorative s3-card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171078" y="1920240"/>
            <a:ext cx="3383280" cy="3383280"/>
          </a:xfrm>
          <a:prstGeom prst="roundRect">
            <a:avLst/>
          </a:prstGeom>
          <a:solidFill>
            <a:srgbClr val="1E293B">
              <a:alpha val="68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Decorative s3-card-accent-2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8491118" y="2286000"/>
            <a:ext cx="658368" cy="658368"/>
          </a:xfrm>
          <a:prstGeom prst="roundRect">
            <a:avLst/>
          </a:prstGeom>
          <a:solidFill>
            <a:srgbClr val="23789D"/>
          </a:solidFill>
          <a:ln w="1270">
            <a:solidFill>
              <a:srgbClr val="23789D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655710" y="2450592"/>
            <a:ext cx="329184" cy="3291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情報UIとしてのスライド設計</a:t>
            </a:r>
            <a:endParaRPr lang="en-US" sz="3000" dirty="0"/>
          </a:p>
        </p:txBody>
      </p:sp>
      <p:sp>
        <p:nvSpPr>
          <p:cNvPr id="13" name="Text 7"/>
          <p:cNvSpPr/>
          <p:nvPr/>
        </p:nvSpPr>
        <p:spPr>
          <a:xfrm>
            <a:off x="1002182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3秒で伝わる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02182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結論型タイトルで要点を即伝達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4769510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視覚階層</a:t>
            </a:r>
            <a:endParaRPr lang="en-US" sz="2200" dirty="0"/>
          </a:p>
        </p:txBody>
      </p:sp>
      <p:sp>
        <p:nvSpPr>
          <p:cNvPr id="16" name="Text 10"/>
          <p:cNvSpPr/>
          <p:nvPr/>
        </p:nvSpPr>
        <p:spPr>
          <a:xfrm>
            <a:off x="4769510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サイズ・余白・色で視線を設計</a:t>
            </a:r>
            <a:endParaRPr lang="en-US" sz="1400" dirty="0"/>
          </a:p>
        </p:txBody>
      </p:sp>
      <p:sp>
        <p:nvSpPr>
          <p:cNvPr id="17" name="Text 11"/>
          <p:cNvSpPr/>
          <p:nvPr/>
        </p:nvSpPr>
        <p:spPr>
          <a:xfrm>
            <a:off x="8536838" y="3154680"/>
            <a:ext cx="265176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アクセシブル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8536838" y="3886200"/>
            <a:ext cx="265176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コントラスト・読み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順・alt textを検証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Decorative s4-closing-rule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914400" y="3886200"/>
            <a:ext cx="2194560" cy="73152"/>
          </a:xfrm>
          <a:prstGeom prst="rect">
            <a:avLst/>
          </a:prstGeom>
          <a:solidFill>
            <a:srgbClr val="FFFFFF"/>
          </a:solidFill>
          <a:ln w="1270">
            <a:solidFill>
              <a:srgbClr val="FFFFFF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1371600"/>
            <a:ext cx="640080" cy="640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914400" y="2194560"/>
            <a:ext cx="1033272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spc="-40" kern="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用途別スタイル選定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現在のスタイル: technical。テンプレート: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technical-architecture。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デザイン品質を備えたAIスライド作成</dc:title>
  <dc:subject>デザイン品質を備えたAIスライド作成</dc:subject>
  <dc:creator>pptcreater</dc:creator>
  <cp:lastModifiedBy>pptcreater</cp:lastModifiedBy>
  <cp:revision>1</cp:revision>
  <dcterms:created xsi:type="dcterms:W3CDTF">2026-06-16T02:19:45Z</dcterms:created>
  <dcterms:modified xsi:type="dcterms:W3CDTF">2026-06-16T02:19:45Z</dcterms:modified>
</cp:coreProperties>
</file>