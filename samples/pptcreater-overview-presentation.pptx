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作る前に、型を選ぶ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PPT作成は4ステップに圧縮する
flow: flow schematic
flow long description: flow schematic for a contextual pptcreater sample deck, generated from safe presets.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伝えることは3つに絞る
points: list-horizontal schematic
points long description: list-horizontal schematic for a contextual pptcreater sample deck, generated from safe presets.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生成後に確認してから渡す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78240" y="2286000"/>
            <a:ext cx="123444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325880"/>
            <a:ext cx="68580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48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作る前に</a:t>
            </a:r>
            <a:endParaRPr lang="en-US" sz="4800" dirty="0"/>
          </a:p>
          <a:p>
            <a:pPr indent="0" marL="0">
              <a:buNone/>
            </a:pPr>
            <a:r>
              <a:rPr lang="en-US" sz="48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型を選ぶ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804672" y="4160520"/>
            <a:ext cx="67665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それだけで、AIの迷いと崩れを大きく減らせます。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low schematic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502920"/>
            <a:ext cx="111556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ist-horizontal schematic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502920"/>
            <a:ext cx="111556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0" y="2240280"/>
            <a:ext cx="1188720" cy="1188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280160"/>
            <a:ext cx="8046720" cy="2011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4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生成後に</a:t>
            </a:r>
            <a:endParaRPr lang="en-US" sz="4200" dirty="0"/>
          </a:p>
          <a:p>
            <a:pPr indent="0" marL="0">
              <a:buNone/>
            </a:pPr>
            <a:r>
              <a:rPr lang="en-US" sz="4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確認してから渡す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777240" y="4206240"/>
            <a:ext cx="658368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lint と render warning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を公開前のチェックポイントにします。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pptcreater presentation explanation</dc:title>
  <dc:subject>pptcreater presentation explanation</dc:subject>
  <dc:creator>pptcreater</dc:creator>
  <cp:lastModifiedBy>pptcreater</cp:lastModifiedBy>
  <cp:revision>1</cp:revision>
  <dcterms:created xsi:type="dcterms:W3CDTF">2026-06-15T01:12:27Z</dcterms:created>
  <dcterms:modified xsi:type="dcterms:W3CDTF">2026-06-15T01:12:27Z</dcterms:modified>
</cp:coreProperties>
</file>