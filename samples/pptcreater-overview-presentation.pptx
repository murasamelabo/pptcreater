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目的: このpptcreaterツールの価値と使い方を説明し、導入判断につなげる。聴衆: GitHub CopilotやClaude Codeを使う開発者・デザイナー・企画担当。発表向けに1スライド1メッセージで構成しています。
Slide 1: 3秒で要点が伝わるスライドを標準化する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目的と聴衆を確認し、構成・可視化・検証へ進めます。
Slide 2: ヒアリングから可視化までを1つの流れにする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カード・テキストは編集可能なPowerPointオブジェクトです。
Slide 3: スライドは装飾ではなく情報UIとして設計する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/ report / technical で見た目が切り替わります。
Slide 4: 用途別スタイル選定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1-hero-band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sp>
        <p:nvSpPr>
          <p:cNvPr id="4" name="Decorative s1-hero-panel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0" y="914400"/>
            <a:ext cx="4480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Decorative s1-hero-panel-acce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0" y="1371600"/>
            <a:ext cx="1463040" cy="201168"/>
          </a:xfrm>
          <a:prstGeom prst="roundRect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78308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713232"/>
            <a:ext cx="5669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F6F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PPTCREATER DECK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1234440"/>
            <a:ext cx="5943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4300" b="1" spc="-40" kern="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3秒で要点が伝わる</a:t>
            </a:r>
            <a:endParaRPr lang="en-US" sz="4300" dirty="0"/>
          </a:p>
          <a:p>
            <a:pPr algn="l" indent="0" marL="0">
              <a:buNone/>
            </a:pPr>
            <a:r>
              <a:rPr lang="en-US" sz="4300" b="1" spc="-40" kern="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スライドを標準化する</a:t>
            </a:r>
            <a:endParaRPr lang="en-US" sz="4300" dirty="0"/>
          </a:p>
        </p:txBody>
      </p:sp>
      <p:sp>
        <p:nvSpPr>
          <p:cNvPr id="9" name="Text 5"/>
          <p:cNvSpPr/>
          <p:nvPr/>
        </p:nvSpPr>
        <p:spPr>
          <a:xfrm>
            <a:off x="731520" y="3611880"/>
            <a:ext cx="58521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用途・聴衆・ボリュームを先に固定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し、編集可能な図形で表現します。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212080"/>
            <a:ext cx="60441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GitHub CopilotやClaude Codeを使う開発者・デザイナー・企画担当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40664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spc="-40" kern="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このデッキの読み方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406640" y="2468880"/>
            <a:ext cx="374904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各スライドは1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メッセージ。図や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カードは編集可能な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PowerPoint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オブジェクトです。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2-track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3108960"/>
            <a:ext cx="10058400" cy="0"/>
          </a:xfrm>
          <a:prstGeom prst="line">
            <a:avLst/>
          </a:prstGeom>
          <a:ln w="38100">
            <a:solidFill>
              <a:srgbClr val="CBD5E1"/>
            </a:solidFill>
            <a:prstDash val="solid"/>
          </a:ln>
        </p:spPr>
      </p:sp>
      <p:sp>
        <p:nvSpPr>
          <p:cNvPr id="4" name="Decorative s2-node-0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63040" y="2697480"/>
            <a:ext cx="822960" cy="822960"/>
          </a:xfrm>
          <a:prstGeom prst="ellipse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2944368"/>
            <a:ext cx="329184" cy="329184"/>
          </a:xfrm>
          <a:prstGeom prst="rect">
            <a:avLst/>
          </a:prstGeom>
        </p:spPr>
      </p:pic>
      <p:sp>
        <p:nvSpPr>
          <p:cNvPr id="6" name="Decorative s2-node-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9020" y="2697480"/>
            <a:ext cx="822960" cy="822960"/>
          </a:xfrm>
          <a:prstGeom prst="ellipse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908" y="2944368"/>
            <a:ext cx="329184" cy="329184"/>
          </a:xfrm>
          <a:prstGeom prst="rect">
            <a:avLst/>
          </a:prstGeom>
        </p:spPr>
      </p:pic>
      <p:sp>
        <p:nvSpPr>
          <p:cNvPr id="8" name="Decorative s2-node-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2697480"/>
            <a:ext cx="822960" cy="822960"/>
          </a:xfrm>
          <a:prstGeom prst="ellipse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944368"/>
            <a:ext cx="329184" cy="329184"/>
          </a:xfrm>
          <a:prstGeom prst="rect">
            <a:avLst/>
          </a:prstGeom>
        </p:spPr>
      </p:pic>
      <p:sp>
        <p:nvSpPr>
          <p:cNvPr id="10" name="Decorative s2-node-3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40980" y="2697480"/>
            <a:ext cx="822960" cy="822960"/>
          </a:xfrm>
          <a:prstGeom prst="ellipse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868" y="2944368"/>
            <a:ext cx="329184" cy="329184"/>
          </a:xfrm>
          <a:prstGeom prst="rect">
            <a:avLst/>
          </a:prstGeom>
        </p:spPr>
      </p:pic>
      <p:sp>
        <p:nvSpPr>
          <p:cNvPr id="12" name="Decorative s2-node-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66960" y="2697480"/>
            <a:ext cx="822960" cy="822960"/>
          </a:xfrm>
          <a:prstGeom prst="ellipse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3848" y="2944368"/>
            <a:ext cx="329184" cy="32918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spc="-40" kern="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ヒアリングから可視化までを1つの流れにする</a:t>
            </a:r>
            <a:endParaRPr lang="en-US" sz="3800" dirty="0"/>
          </a:p>
        </p:txBody>
      </p:sp>
      <p:sp>
        <p:nvSpPr>
          <p:cNvPr id="15" name="Text 7"/>
          <p:cNvSpPr/>
          <p:nvPr/>
        </p:nvSpPr>
        <p:spPr>
          <a:xfrm>
            <a:off x="109728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F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109728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800" dirty="0"/>
          </a:p>
        </p:txBody>
      </p:sp>
      <p:sp>
        <p:nvSpPr>
          <p:cNvPr id="17" name="Text 9"/>
          <p:cNvSpPr/>
          <p:nvPr/>
        </p:nvSpPr>
        <p:spPr>
          <a:xfrm>
            <a:off x="322326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F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322326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聴衆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53492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F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534924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747522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F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747522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可視化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960120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F6F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960120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先に聞くほど、後のスライドは短く・強く・見やすくなります。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3-card-0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422" y="1920240"/>
            <a:ext cx="33832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Decorative s3-card-accent-0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6462" y="2286000"/>
            <a:ext cx="658368" cy="658368"/>
          </a:xfrm>
          <a:prstGeom prst="roundRect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" y="2450592"/>
            <a:ext cx="329184" cy="329184"/>
          </a:xfrm>
          <a:prstGeom prst="rect">
            <a:avLst/>
          </a:prstGeom>
        </p:spPr>
      </p:pic>
      <p:sp>
        <p:nvSpPr>
          <p:cNvPr id="6" name="Decorative s3-card-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03750" y="1920240"/>
            <a:ext cx="33832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Decorative s3-card-accent-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790" y="2286000"/>
            <a:ext cx="658368" cy="658368"/>
          </a:xfrm>
          <a:prstGeom prst="roundRect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382" y="2450592"/>
            <a:ext cx="329184" cy="329184"/>
          </a:xfrm>
          <a:prstGeom prst="rect">
            <a:avLst/>
          </a:prstGeom>
        </p:spPr>
      </p:pic>
      <p:sp>
        <p:nvSpPr>
          <p:cNvPr id="9" name="Decorative s3-card-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1078" y="1920240"/>
            <a:ext cx="33832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Decorative s3-card-accent-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91118" y="2286000"/>
            <a:ext cx="658368" cy="658368"/>
          </a:xfrm>
          <a:prstGeom prst="roundRect">
            <a:avLst/>
          </a:prstGeom>
          <a:solidFill>
            <a:srgbClr val="2F6FB3"/>
          </a:solidFill>
          <a:ln w="1270">
            <a:solidFill>
              <a:srgbClr val="2F6FB3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710" y="2450592"/>
            <a:ext cx="329184" cy="3291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spc="-40" kern="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スライドは装飾ではなく情報UIとして設計する</a:t>
            </a:r>
            <a:endParaRPr lang="en-US" sz="3700" dirty="0"/>
          </a:p>
        </p:txBody>
      </p:sp>
      <p:sp>
        <p:nvSpPr>
          <p:cNvPr id="13" name="Text 7"/>
          <p:cNvSpPr/>
          <p:nvPr/>
        </p:nvSpPr>
        <p:spPr>
          <a:xfrm>
            <a:off x="1002182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spc="-40" kern="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3秒で伝わる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02182" y="3886200"/>
            <a:ext cx="270296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結論型タイトルで要点を即伝達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769510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spc="-40" kern="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視覚階層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4769510" y="3886200"/>
            <a:ext cx="270296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サイズ・余白・色で視線を設計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536838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spc="-40" kern="0" dirty="0">
                <a:solidFill>
                  <a:srgbClr val="15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アクセシブル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536838" y="3886200"/>
            <a:ext cx="26517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コントラスト・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読み順・alt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5362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textを検証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4-closing-rul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886200"/>
            <a:ext cx="2194560" cy="73152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" cy="640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2194560"/>
            <a:ext cx="103327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4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用途別スタイル選定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91440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現在のスタイル: presentation。テンプレート: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presentation-bold。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pptcreater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デザイン品質を備えたAIスライド作成</dc:title>
  <dc:subject>デザイン品質を備えたAIスライド作成</dc:subject>
  <dc:creator>pptcreater</dc:creator>
  <cp:lastModifiedBy>pptcreater</cp:lastModifiedBy>
  <cp:revision>1</cp:revision>
  <dcterms:created xsi:type="dcterms:W3CDTF">2026-06-20T05:58:14Z</dcterms:created>
  <dcterms:modified xsi:type="dcterms:W3CDTF">2026-06-20T05:58:14Z</dcterms:modified>
</cp:coreProperties>
</file>