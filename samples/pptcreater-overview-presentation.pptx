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を使う開発者・デザイナー・企画担当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メッセージ。図や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カードは編集可能な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オブジェクトです。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6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6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8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6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8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8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読み順・alt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textを検証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presentation。テンプレート: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presentation-bold。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2026-06-16T02:19:44Z</dcterms:created>
  <dcterms:modified xsi:type="dcterms:W3CDTF">2026-06-16T02:19:44Z</dcterms:modified>
</cp:coreProperties>
</file>