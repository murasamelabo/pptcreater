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Codeを使う開発者・デザイナー・企画担当。発表向けに1スライド1メッセージで構成しています。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sp>
        <p:nvSpPr>
          <p:cNvPr id="4" name="Decorative s1-hero-pane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Decorative s1-hero-panel-accent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3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</a:t>
            </a:r>
            <a:endParaRPr lang="en-US" sz="4300" dirty="0"/>
          </a:p>
          <a:p>
            <a:pPr algn="l" indent="0" marL="0">
              <a:buNone/>
            </a:pPr>
            <a:r>
              <a:rPr lang="en-US" sz="43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スライドを標準化する</a:t>
            </a:r>
            <a:endParaRPr lang="en-US" sz="43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604418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メッセージ。図や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カードは編集可能な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オブジェクトです。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38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6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8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6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8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6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8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6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8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2F6FB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6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8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Decorative s3-card-accent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Decorative s3-card-accent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2F6FB3"/>
          </a:solidFill>
          <a:ln w="1270">
            <a:solidFill>
              <a:srgbClr val="2F6FB3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7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37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520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読み順・alt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362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textを検証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48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presentation。テンプレート: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presentation-bold。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2026-06-19T14:19:50Z</dcterms:created>
  <dcterms:modified xsi:type="dcterms:W3CDTF">2026-06-19T14:19:50Z</dcterms:modified>
</cp:coreProperties>
</file>