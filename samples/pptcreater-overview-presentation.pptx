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pptcreater の使いどころと効果を登壇資料のように明快に伝える。聴衆: 勉強会・説明会・ワークショップの参加者。発表向けに1スライド1メッセージで構成しています。
Slide 1: 3秒で要点が伝わるスライドを標準化する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ヒアリングから可視化までを1つの流れにする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スライドは装飾ではなく情報UIとして設計する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用途に合わせてスタイルを選ぶ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sp>
        <p:nvSpPr>
          <p:cNvPr id="4" name="Decorative s1-hero-panel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Decorative s1-hero-panel-accent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2F6FB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8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3秒で要点が伝わるスライドを標準化する</a:t>
            </a:r>
            <a:endParaRPr lang="en-US" sz="48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用途・聴衆・ボリュームを先に固定し、編集可能な図形で表現します。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585216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勉強会・説明会・ワークショップの参加者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7490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各スライドは1メッセージ。図・カードは編集可能なPowerPointオブジェクトです。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CBD5E1"/>
            </a:solidFill>
            <a:prstDash val="solid"/>
          </a:ln>
        </p:spPr>
      </p:sp>
      <p:sp>
        <p:nvSpPr>
          <p:cNvPr id="4" name="Decorative s2-node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ヒアリングから可視化までを1つの流れにする</a:t>
            </a:r>
            <a:endParaRPr lang="en-US" sz="42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2F6FB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6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8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2F6FB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6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8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2F6FB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6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8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2F6FB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6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8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2F6FB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6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8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Decorative s3-card-accent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Decorative s3-card-accent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Decorative s3-card-accent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スライドは装飾ではなく情報UIとして設計する</a:t>
            </a:r>
            <a:endParaRPr lang="en-US" sz="42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22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22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コントラスト・読み順・alt textを検証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8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用途に合わせてスタイルを選ぶ</a:t>
            </a:r>
            <a:endParaRPr lang="en-US" sz="48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presentation。テンプレート: presentation-bold。lint と polish で被り・はみ出しを抑えます。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2026-06-14T22:05:47Z</dcterms:created>
  <dcterms:modified xsi:type="dcterms:W3CDTF">2026-06-14T22:05:47Z</dcterms:modified>
</cp:coreProperties>
</file>