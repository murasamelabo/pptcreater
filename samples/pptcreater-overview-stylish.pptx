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PPT生成を黒箱から設計された体験へ
mockup: mockup schematic
mockup long description: mockup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図解パターンを選ぶだけで見た目が決まる
flow: flow schematic
flow long description: flow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3: 文字だけの説明はモックアップで体験に変える
mockup: mockup schematic
mockup long description: mockup schematic for a contextual pptcreater sample deck, generated from safe presets.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4: 視覚の主役を1つに絞る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ve s1-bg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">
            <a:solidFill>
              <a:srgbClr val="0B1020"/>
            </a:solidFill>
            <a:prstDash val="solid"/>
          </a:ln>
        </p:spPr>
      </p:sp>
      <p:pic>
        <p:nvPicPr>
          <p:cNvPr id="3" name="Image 0" descr="mockup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5800" y="777240"/>
            <a:ext cx="3657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STYLISH / MOCKUP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85800" y="1325880"/>
            <a:ext cx="5120640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PPT生成を</a:t>
            </a:r>
            <a:endParaRPr lang="en-US" sz="3800" dirty="0"/>
          </a:p>
          <a:p>
            <a:pPr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黒箱から</a:t>
            </a:r>
            <a:endParaRPr lang="en-US" sz="3800" dirty="0"/>
          </a:p>
          <a:p>
            <a:pPr indent="0" marL="0">
              <a:buNone/>
            </a:pPr>
            <a:r>
              <a:rPr lang="en-US" sz="38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設計された体験へ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73152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文字だけではなく、モックアップやフローを主役にした見せ方へ切り替えます。</a:t>
            </a:r>
            <a:endParaRPr lang="en-US" sz="2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low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ockup schematic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502920"/>
            <a:ext cx="11155680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rative s4-bg" descr="" decorative="1">
            <a:extLst>
              <a:ext uri="{C183D7F6-B498-43B3-948B-1728B52AA6E4}">
                <a16:decorative xmlns:a16="http://schemas.microsoft.com/office/drawing/2014/main">1</a16:decorative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">
            <a:solidFill>
              <a:srgbClr val="0B1020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3920" y="2057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280160"/>
            <a:ext cx="5303520" cy="1828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44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主役は</a:t>
            </a:r>
            <a:endParaRPr lang="en-US" sz="4400" dirty="0"/>
          </a:p>
          <a:p>
            <a:pPr indent="0" marL="0">
              <a:buNone/>
            </a:pPr>
            <a:r>
              <a:rPr lang="en-US" sz="4400" b="1" spc="-40" kern="0" dirty="0">
                <a:solidFill>
                  <a:srgbClr val="F8FAF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1つだけ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868680" y="4069080"/>
            <a:ext cx="493776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C6D0D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背景、カード、アイコン、表を同時に主張させず、1枚ごとに役割を切り替えます。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pptcreater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pptcreater stylish explanation</dc:title>
  <dc:subject>pptcreater stylish explanation</dc:subject>
  <dc:creator>pptcreater</dc:creator>
  <cp:lastModifiedBy>pptcreater</cp:lastModifiedBy>
  <cp:revision>1</cp:revision>
  <dcterms:created xsi:type="dcterms:W3CDTF">2026-06-14T22:36:06Z</dcterms:created>
  <dcterms:modified xsi:type="dcterms:W3CDTF">2026-06-14T22:36:06Z</dcterms:modified>
</cp:coreProperties>
</file>