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Codeを使う開発者・デザイナー・企画担当。発表向けに1スライド1メッセージで構成しています。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DD4BF"/>
          </a:solidFill>
          <a:ln w="1270">
            <a:solidFill>
              <a:srgbClr val="2DD4BF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2DD4BF"/>
          </a:solidFill>
          <a:ln w="1270">
            <a:solidFill>
              <a:srgbClr val="2DD4B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3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4300" dirty="0"/>
          </a:p>
          <a:p>
            <a:pPr algn="l" indent="0" marL="0">
              <a:buNone/>
            </a:pPr>
            <a:r>
              <a:rPr lang="en-US" sz="43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43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334155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151C2F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197468"/>
          </a:solidFill>
          <a:ln w="1270">
            <a:solidFill>
              <a:srgbClr val="197468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7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4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stylish。テンプレート: stylish-editorial。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2026-06-18T23:16:17Z</dcterms:created>
  <dcterms:modified xsi:type="dcterms:W3CDTF">2026-06-18T23:16:17Z</dcterms:modified>
</cp:coreProperties>
</file>