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Codeを使う開発者・デザイナー・企画担当。意思決定向けに判断材料、リスク、次アクションを明示する構成です。 タイトル、図、強調箇所が同じ主張を支える構成です。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目的、聴衆、構成を最初に確認し、図形・アイコン・検証を後段で自動化します。すべてPowerPoint上で編集できるオブジェクトです。
Slide 2: ヒアリングから図解までを1つの作成フローにする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カード、丸アイコン、テキストはすべてPowerPointオブジェクトなので、後から文字や色を編集できます。
Slide 3: 優れたスライドは装飾ではなく情報UIとして設計する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ロードマップの線、丸、番号、ラベルも編集可能なPowerPointオブジェクトです。
Slide 4: テンプレートとSVG資産を再利用して継続的に品質を上げる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64922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664208"/>
            <a:ext cx="589788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用途・聴衆・ボリュームを先に固定し、編集可能な図形とアクセシビリティ検証をDeckSpecへ組み込みます。</a:t>
            </a:r>
            <a:endParaRPr lang="en-US" sz="2200" dirty="0"/>
          </a:p>
        </p:txBody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839712" y="713232"/>
            <a:ext cx="4526280" cy="324612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93C5FD"/>
            </a:solidFill>
            <a:prstDash val="solid"/>
          </a:ln>
        </p:spPr>
      </p:sp>
      <p:sp>
        <p:nvSpPr>
          <p:cNvPr id="5" name="Decorative s1-hero-car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223760" y="1042416"/>
            <a:ext cx="1938528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6" name="Decorative s1-hero-title-bar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61504" y="1298448"/>
            <a:ext cx="1298448" cy="128016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7" name="Decorative s1-hero-lin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61504" y="1627632"/>
            <a:ext cx="1426464" cy="91440"/>
          </a:xfrm>
          <a:prstGeom prst="roundRect">
            <a:avLst/>
          </a:prstGeom>
          <a:solidFill>
            <a:srgbClr val="94A3B8"/>
          </a:solidFill>
          <a:ln w="1270">
            <a:solidFill>
              <a:srgbClr val="94A3B8"/>
            </a:solidFill>
            <a:prstDash val="solid"/>
          </a:ln>
        </p:spPr>
      </p:sp>
      <p:sp>
        <p:nvSpPr>
          <p:cNvPr id="8" name="Decorative s1-hero-lin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61504" y="1883664"/>
            <a:ext cx="1078992" cy="91440"/>
          </a:xfrm>
          <a:prstGeom prst="roundRect">
            <a:avLst/>
          </a:prstGeom>
          <a:solidFill>
            <a:srgbClr val="CBD5E1"/>
          </a:solidFill>
          <a:ln w="1270">
            <a:solidFill>
              <a:srgbClr val="CBD5E1"/>
            </a:solidFill>
            <a:prstDash val="solid"/>
          </a:ln>
        </p:spPr>
      </p:sp>
      <p:sp>
        <p:nvSpPr>
          <p:cNvPr id="9" name="Decorative s1-hero-circ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473184" y="1152144"/>
            <a:ext cx="1389888" cy="138988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73184" y="1362456"/>
            <a:ext cx="138988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290304" y="2770632"/>
            <a:ext cx="1554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sec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915400" y="3136392"/>
            <a:ext cx="23317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One message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" y="2743200"/>
            <a:ext cx="539496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Audience: GitHub CopilotやClaude Codeを使う開発者・デザイナー・企画担当</a:t>
            </a:r>
            <a:endParaRPr lang="en-US" sz="1400" dirty="0"/>
          </a:p>
        </p:txBody>
      </p:sp>
      <p:sp>
        <p:nvSpPr>
          <p:cNvPr id="14" name="Decorative s1-spark-badg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76656" y="3493008"/>
            <a:ext cx="493776" cy="49377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3557016"/>
            <a:ext cx="49377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98448" y="3566160"/>
            <a:ext cx="672084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Mode: decision / 1 slide = 1 message / high signal-to-noise / editable PPT objects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98755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ヒアリングから図解までを1つの作成フローにする</a:t>
            </a:r>
            <a:endParaRPr lang="en-US" sz="3000" dirty="0"/>
          </a:p>
        </p:txBody>
      </p:sp>
      <p:sp>
        <p:nvSpPr>
          <p:cNvPr id="3" name="Decorative s2-workflow-bg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13232" y="1353312"/>
            <a:ext cx="10735056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2-workflow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87552" y="2359152"/>
            <a:ext cx="1133856" cy="80467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587752"/>
            <a:ext cx="11338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500" dirty="0"/>
          </a:p>
        </p:txBody>
      </p:sp>
      <p:sp>
        <p:nvSpPr>
          <p:cNvPr id="6" name="Decorative s2-workflow-arrow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2103120" y="2761488"/>
            <a:ext cx="475488" cy="9144"/>
          </a:xfrm>
          <a:prstGeom prst="line">
            <a:avLst/>
          </a:prstGeom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Decorative s2-workflow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2651760" y="2359152"/>
            <a:ext cx="1133856" cy="80467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587752"/>
            <a:ext cx="11338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500" dirty="0"/>
          </a:p>
        </p:txBody>
      </p:sp>
      <p:sp>
        <p:nvSpPr>
          <p:cNvPr id="9" name="Decorative s2-workflow-arrow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767328" y="2761488"/>
            <a:ext cx="475488" cy="9144"/>
          </a:xfrm>
          <a:prstGeom prst="line">
            <a:avLst/>
          </a:prstGeom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Decorative s2-workflow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315968" y="2359152"/>
            <a:ext cx="1133856" cy="804672"/>
          </a:xfrm>
          <a:prstGeom prst="roundRect">
            <a:avLst/>
          </a:prstGeom>
          <a:solidFill>
            <a:srgbClr val="ECFE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2587752"/>
            <a:ext cx="11338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500" dirty="0"/>
          </a:p>
        </p:txBody>
      </p:sp>
      <p:sp>
        <p:nvSpPr>
          <p:cNvPr id="12" name="Decorative s2-workflow-arrow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431536" y="2761488"/>
            <a:ext cx="475488" cy="9144"/>
          </a:xfrm>
          <a:prstGeom prst="line">
            <a:avLst/>
          </a:prstGeom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Decorative s2-workflow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980176" y="2359152"/>
            <a:ext cx="1133856" cy="804672"/>
          </a:xfrm>
          <a:prstGeom prst="roundRect">
            <a:avLst/>
          </a:prstGeom>
          <a:solidFill>
            <a:srgbClr val="ECFE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2587752"/>
            <a:ext cx="11338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500" dirty="0"/>
          </a:p>
        </p:txBody>
      </p:sp>
      <p:sp>
        <p:nvSpPr>
          <p:cNvPr id="15" name="Decorative s2-workflow-arrow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95744" y="2761488"/>
            <a:ext cx="475488" cy="9144"/>
          </a:xfrm>
          <a:prstGeom prst="line">
            <a:avLst/>
          </a:prstGeom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Decorative s2-workflow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644384" y="2359152"/>
            <a:ext cx="1133856" cy="80467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44384" y="2587752"/>
            <a:ext cx="11338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500" dirty="0"/>
          </a:p>
        </p:txBody>
      </p:sp>
      <p:sp>
        <p:nvSpPr>
          <p:cNvPr id="18" name="Decorative s2-workflow-arrow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759952" y="2761488"/>
            <a:ext cx="475488" cy="9144"/>
          </a:xfrm>
          <a:prstGeom prst="line">
            <a:avLst/>
          </a:prstGeom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Decorative s2-workflow-node-5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308592" y="2359152"/>
            <a:ext cx="1133856" cy="80467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08592" y="2587752"/>
            <a:ext cx="11338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50976" y="4261104"/>
            <a:ext cx="93268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ヒアリングで用途を固定し、DeckSpecに図・アイコン・検証条件を埋め込む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4400" y="5559552"/>
            <a:ext cx="950976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先に聞くほど、後のスライドは短く・強く・見やすくなる。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42416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優れたスライドは装飾ではなく情報UIとして設計する</a:t>
            </a:r>
            <a:endParaRPr lang="en-US" sz="2900" dirty="0"/>
          </a:p>
        </p:txBody>
      </p:sp>
      <p:sp>
        <p:nvSpPr>
          <p:cNvPr id="3" name="Decorative s3-quality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69264" y="1426464"/>
            <a:ext cx="2743200" cy="20482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4" name="Decorative s3-quality-icon-bg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261872" y="1682496"/>
            <a:ext cx="621792" cy="62179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1872" y="1773936"/>
            <a:ext cx="62179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2331720"/>
            <a:ext cx="19202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Decision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2834640"/>
            <a:ext cx="20116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判断事項を明確に</a:t>
            </a:r>
            <a:endParaRPr lang="en-US" sz="1400" dirty="0"/>
          </a:p>
        </p:txBody>
      </p:sp>
      <p:sp>
        <p:nvSpPr>
          <p:cNvPr id="8" name="Decorative s3-quality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306824" y="1426464"/>
            <a:ext cx="2743200" cy="20482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Decorative s3-quality-icon-bg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599432" y="1682496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773936"/>
            <a:ext cx="62179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2331720"/>
            <a:ext cx="19202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Risk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2834640"/>
            <a:ext cx="20116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リスクと代替案</a:t>
            </a:r>
            <a:endParaRPr lang="en-US" sz="1400" dirty="0"/>
          </a:p>
        </p:txBody>
      </p:sp>
      <p:sp>
        <p:nvSpPr>
          <p:cNvPr id="13" name="Decorative s3-quality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644384" y="1426464"/>
            <a:ext cx="2743200" cy="20482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4" name="Decorative s3-quality-icon-bg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936992" y="1682496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36992" y="1773936"/>
            <a:ext cx="62179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046720" y="2331720"/>
            <a:ext cx="19202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46720" y="2834640"/>
            <a:ext cx="20116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次アクション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5230368"/>
            <a:ext cx="96012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ノイズを削り、図・余白・強調色を同じ主張に向けることで、聴衆の理解と判断を助けます。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332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テンプレートとSVG資産を再利用して継続的に品質を上げる</a:t>
            </a:r>
            <a:endParaRPr lang="en-US" sz="2900" dirty="0"/>
          </a:p>
        </p:txBody>
      </p:sp>
      <p:sp>
        <p:nvSpPr>
          <p:cNvPr id="3" name="Decorative s4-rollout-bas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60120" y="2761488"/>
            <a:ext cx="9784080" cy="9144"/>
          </a:xfrm>
          <a:prstGeom prst="line">
            <a:avLst/>
          </a:prstGeom>
          <a:ln w="101600">
            <a:solidFill>
              <a:srgbClr val="93C5FD"/>
            </a:solidFill>
            <a:prstDash val="solid"/>
          </a:ln>
        </p:spPr>
      </p:sp>
      <p:sp>
        <p:nvSpPr>
          <p:cNvPr id="4" name="Decorative s4-rollout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60120" y="2194560"/>
            <a:ext cx="676656" cy="6766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304288"/>
            <a:ext cx="6766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980944"/>
            <a:ext cx="153619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</a:t>
            </a:r>
            <a:endParaRPr lang="en-US" sz="1300" dirty="0"/>
          </a:p>
        </p:txBody>
      </p:sp>
      <p:sp>
        <p:nvSpPr>
          <p:cNvPr id="7" name="Decorative s4-rollout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264408" y="3200400"/>
            <a:ext cx="676656" cy="6766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64408" y="3310128"/>
            <a:ext cx="6766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852928" y="3986784"/>
            <a:ext cx="153619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選択肢</a:t>
            </a:r>
            <a:endParaRPr lang="en-US" sz="1300" dirty="0"/>
          </a:p>
        </p:txBody>
      </p:sp>
      <p:sp>
        <p:nvSpPr>
          <p:cNvPr id="10" name="Decorative s4-rollout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568696" y="2194560"/>
            <a:ext cx="676656" cy="6766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68696" y="2304288"/>
            <a:ext cx="6766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57216" y="2980944"/>
            <a:ext cx="153619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</a:t>
            </a:r>
            <a:endParaRPr lang="en-US" sz="1300" dirty="0"/>
          </a:p>
        </p:txBody>
      </p:sp>
      <p:sp>
        <p:nvSpPr>
          <p:cNvPr id="13" name="Decorative s4-rollout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72984" y="3200400"/>
            <a:ext cx="676656" cy="6766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72984" y="3310128"/>
            <a:ext cx="6766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461504" y="3986784"/>
            <a:ext cx="153619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</a:t>
            </a:r>
            <a:endParaRPr lang="en-US" sz="1300" dirty="0"/>
          </a:p>
        </p:txBody>
      </p:sp>
      <p:sp>
        <p:nvSpPr>
          <p:cNvPr id="16" name="Decorative s4-rollout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177272" y="2194560"/>
            <a:ext cx="676656" cy="6766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77272" y="2304288"/>
            <a:ext cx="6766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765792" y="2980944"/>
            <a:ext cx="153619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</a:t>
            </a:r>
            <a:endParaRPr lang="en-US" sz="1300" dirty="0"/>
          </a:p>
        </p:txBody>
      </p:sp>
      <p:sp>
        <p:nvSpPr>
          <p:cNvPr id="19" name="Decorative s4-shield-badg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04672" y="5330952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5394960"/>
            <a:ext cx="4572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08176" y="5285232"/>
            <a:ext cx="9509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MCPでは search_assets / register_svg_asset / search_templates / register_template を使い、再利用可能な視覚資産を増やせます。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2026-06-14T08:56:08Z</dcterms:created>
  <dcterms:modified xsi:type="dcterms:W3CDTF">2026-06-14T08:56:08Z</dcterms:modified>
</cp:coreProperties>
</file>