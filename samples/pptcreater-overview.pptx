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このpptcreaterツールの価値と使い方を説明し、導入判断につなげる。聴衆: GitHub CopilotやClaude Codeを使う開発者・デザイナー・企画担当。意思決定向けに判断材料、リスク、次アクションを明示する構成です。 タイトル、図、強調箇所が同じ主張を支える構成です。
Slide 1: 3秒で要点が伝わるスライドを標準化する
hero-visual: 3秒で伝わるスライド構成のプレビュー
spark-icon: 品質を示すスパークアイコン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目的、聴衆、構成を最初に確認し、図解・アイコン・検証を後段で自動化します。
Slide 2: ヒアリングから図解までを1つの作成フローにする
workflow-diagram: 目的、聴衆、構成、可視化、検証、出力をつなぐ6段階の作成フロー
workflow-diagram long description: 図は、目的と聴衆の確認から始まり、構成化、可視化、検証、PowerPoint出力へ進む流れを示しています。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3秒テスト、視覚階層、アクセシビリティを品質ゲートとして使います。
Slide 3: 優れたスライドは装飾ではなく情報UIとして設計する
quality-cards: 3秒テスト、視覚階層、アクセシビリティの3つの品質カード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テンプレート、アイコン、ポンチ絵、lint、出力を繰り返し使える仕組みにします。
Slide 4: テンプレートとSVG資産を再利用して継続的に品質を上げる
rollout: テンプレート、アイコン、ポンチ絵、lint、pptx出力の再利用パス
shield-icon: アクセシビリティと安全性を示す盾アイコン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6492240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3秒で要点が伝わるスライドを標準化する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664208"/>
            <a:ext cx="589788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用途・聴衆・ボリュームを先に固定し、図解とアクセシビリティ検証をDeckSpecへ組み込みます。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58368" y="2743200"/>
            <a:ext cx="402336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D4E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Audience: GitHub CopilotやClaude Codeを使う開発者・デザイナー・企画担当</a:t>
            </a:r>
            <a:endParaRPr lang="en-US" sz="1400" dirty="0"/>
          </a:p>
        </p:txBody>
      </p:sp>
      <p:pic>
        <p:nvPicPr>
          <p:cNvPr id="5" name="Image 0" descr="3秒で伝わるスライド構成のプレビュー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03720" y="713232"/>
            <a:ext cx="4480560" cy="2926080"/>
          </a:xfrm>
          <a:prstGeom prst="rect">
            <a:avLst/>
          </a:prstGeom>
        </p:spPr>
      </p:pic>
      <p:pic>
        <p:nvPicPr>
          <p:cNvPr id="6" name="Image 1" descr="品質を示すスパークアイコン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6656" y="3493008"/>
            <a:ext cx="493776" cy="49377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98448" y="3566160"/>
            <a:ext cx="612648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Mode: decision / 1 slide = 1 message / high signal-to-noise / accessible by default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987552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ヒアリングから図解までを1つの作成フローにする</a:t>
            </a:r>
            <a:endParaRPr lang="en-US" sz="3000" dirty="0"/>
          </a:p>
        </p:txBody>
      </p:sp>
      <p:pic>
        <p:nvPicPr>
          <p:cNvPr id="3" name="Image 0" descr="目的、聴衆、構成、可視化、検証、出力をつなぐ6段階の作成フロー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3232" y="1325880"/>
            <a:ext cx="10698480" cy="3886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5559552"/>
            <a:ext cx="950976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先に聞くほど、後のスライドは短く・強く・見やすくなる。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042416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優れたスライドは装飾ではなく情報UIとして設計する</a:t>
            </a:r>
            <a:endParaRPr lang="en-US" sz="2900" dirty="0"/>
          </a:p>
        </p:txBody>
      </p:sp>
      <p:pic>
        <p:nvPicPr>
          <p:cNvPr id="3" name="Image 0" descr="3秒テスト、視覚階層、アクセシビリティの3つの品質カード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1298448"/>
            <a:ext cx="10515600" cy="3566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5230368"/>
            <a:ext cx="960120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ノイズを削り、図・余白・強調色を同じ主張に向けることで、聴衆の理解と判断を助けます。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033272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テンプレートとSVG資産を再利用して継続的に品質を上げる</a:t>
            </a:r>
            <a:endParaRPr lang="en-US" sz="2900" dirty="0"/>
          </a:p>
        </p:txBody>
      </p:sp>
      <p:pic>
        <p:nvPicPr>
          <p:cNvPr id="3" name="Image 0" descr="テンプレート、アイコン、ポンチ絵、lint、pptx出力の再利用パス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1234440"/>
            <a:ext cx="10332720" cy="3611880"/>
          </a:xfrm>
          <a:prstGeom prst="rect">
            <a:avLst/>
          </a:prstGeom>
        </p:spPr>
      </p:pic>
      <p:pic>
        <p:nvPicPr>
          <p:cNvPr id="4" name="Image 1" descr="アクセシビリティと安全性を示す盾アイコン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" y="5330952"/>
            <a:ext cx="457200" cy="4572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408176" y="5285232"/>
            <a:ext cx="950976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MCPでは search_assets / register_svg_asset / search_templates / register_template を使い、再利用可能な視覚資産を増やせます。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2026-06-14T02:24:56Z</dcterms:created>
  <dcterms:modified xsi:type="dcterms:W3CDTF">2026-06-14T02:24:56Z</dcterms:modified>
</cp:coreProperties>
</file>