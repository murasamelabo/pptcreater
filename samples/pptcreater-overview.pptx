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Codeを使う開発者・デザイナー・企画担当。意思決定向けに論点と次アクションを明確化しています。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5: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6: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7: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8: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9: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10: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11: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12: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13: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14: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15: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16: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17: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18: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19: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20: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21: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22: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23: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24: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25: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26: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27: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28: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29: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15F9F"/>
          </a:solidFill>
          <a:ln w="1270">
            <a:solidFill>
              <a:srgbClr val="315F9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6F5F2"/>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15F9F"/>
          </a:solidFill>
          <a:ln w="1270">
            <a:solidFill>
              <a:srgbClr val="315F9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15F9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800" b="1" spc="-40" kern="0" dirty="0">
                <a:solidFill>
                  <a:srgbClr val="1F2933"/>
                </a:solidFill>
                <a:latin typeface="Yu Gothic" pitchFamily="34" charset="0"/>
                <a:ea typeface="Yu Gothic" pitchFamily="34" charset="-122"/>
                <a:cs typeface="Yu Gothic" pitchFamily="34" charset="-120"/>
              </a:rPr>
              <a:t>3秒で要点が伝わる</a:t>
            </a:r>
            <a:endParaRPr lang="en-US" sz="3800" dirty="0"/>
          </a:p>
          <a:p>
            <a:pPr algn="l" indent="0" marL="0">
              <a:buNone/>
            </a:pPr>
            <a:r>
              <a:rPr lang="en-US" sz="3800" b="1" spc="-40" kern="0" dirty="0">
                <a:solidFill>
                  <a:srgbClr val="1F2933"/>
                </a:solidFill>
                <a:latin typeface="Yu Gothic" pitchFamily="34" charset="0"/>
                <a:ea typeface="Yu Gothic" pitchFamily="34" charset="-122"/>
                <a:cs typeface="Yu Gothic" pitchFamily="34" charset="-120"/>
              </a:rPr>
              <a:t>スライドを標準化する</a:t>
            </a:r>
            <a:endParaRPr lang="en-US" sz="38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59636E"/>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59636E"/>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9636E"/>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F29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315F9F"/>
          </a:solidFill>
          <a:ln w="1270">
            <a:solidFill>
              <a:srgbClr val="315F9F"/>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315F9F"/>
          </a:solidFill>
          <a:ln w="1270">
            <a:solidFill>
              <a:srgbClr val="315F9F"/>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315F9F"/>
          </a:solidFill>
          <a:ln w="1270">
            <a:solidFill>
              <a:srgbClr val="315F9F"/>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315F9F"/>
          </a:solidFill>
          <a:ln w="1270">
            <a:solidFill>
              <a:srgbClr val="315F9F"/>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ヒアリングから可視化までを1つの流れにする</a:t>
            </a:r>
            <a:endParaRPr lang="en-US" sz="32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6F5F2"/>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6F5F2"/>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315F9F"/>
          </a:solidFill>
          <a:ln w="1270">
            <a:solidFill>
              <a:srgbClr val="315F9F"/>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6F5F2"/>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315F9F"/>
          </a:solidFill>
          <a:ln w="1270">
            <a:solidFill>
              <a:srgbClr val="315F9F"/>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スライドは装飾ではなく情報UIとして設計する</a:t>
            </a:r>
            <a:endParaRPr lang="en-US" sz="32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9636E"/>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9636E"/>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800" b="1" spc="-40" kern="0" dirty="0">
                <a:solidFill>
                  <a:srgbClr val="FFFFFF"/>
                </a:solidFill>
                <a:latin typeface="Yu Gothic" pitchFamily="34" charset="0"/>
                <a:ea typeface="Yu Gothic" pitchFamily="34" charset="-122"/>
                <a:cs typeface="Yu Gothic" pitchFamily="34" charset="-120"/>
              </a:rPr>
              <a:t>用途別スタイル選定</a:t>
            </a:r>
            <a:endParaRPr lang="en-US" sz="3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minimal。テンプレート: modern-simple。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2026-06-20T10:42:19Z</dcterms:created>
  <dcterms:modified xsi:type="dcterms:W3CDTF">2026-06-20T10:42:19Z</dcterms:modified>
</cp:coreProperties>
</file>