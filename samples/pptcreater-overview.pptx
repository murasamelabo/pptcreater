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AIで資料作成の品質を標準化する。聴衆: 意思決定者と実務担当者。意思決定向けに論点と次アクションを明確化しています。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意思決定者と実務担当者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D4E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1D4ED8"/>
          </a:solidFill>
          <a:ln w="1270">
            <a:solidFill>
              <a:srgbClr val="1D4ED8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64008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modern-simple。lint と polish で被り・はみ出しを抑えます。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2026-06-14T14:57:17Z</dcterms:created>
  <dcterms:modified xsi:type="dcterms:W3CDTF">2026-06-14T14:57:17Z</dcterms:modified>
</cp:coreProperties>
</file>