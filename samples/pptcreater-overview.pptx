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目的: このpptcreaterツールの価値と使い方を説明し、導入判断につなげる。聴衆: GitHub CopilotやClaude Codeを使う開発者・デザイナー・企画担当。意思決定向けに論点と次アクションを明確化しています。
Slide 1: 3秒で要点が伝わるスライドを標準化する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目的と聴衆を確認し、構成・可視化・検証へ進めます。
Slide 2: ヒアリングから可視化までを1つの流れにする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カード・テキストは編集可能なPowerPointオブジェクトです。
Slide 3: スライドは装飾ではなく情報UIとして設計する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/ report / technical で見た目が切り替わります。
Slide 4: 用途別スタイル選定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ecorative s1-hero-band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315F9F"/>
          </a:solidFill>
          <a:ln w="1270">
            <a:solidFill>
              <a:srgbClr val="315F9F"/>
            </a:solidFill>
            <a:prstDash val="solid"/>
          </a:ln>
        </p:spPr>
      </p:sp>
      <p:sp>
        <p:nvSpPr>
          <p:cNvPr id="4" name="Decorative s1-hero-panel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7040880" y="914400"/>
            <a:ext cx="4480560" cy="4846320"/>
          </a:xfrm>
          <a:prstGeom prst="roundRect">
            <a:avLst/>
          </a:prstGeom>
          <a:solidFill>
            <a:srgbClr val="F6F5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Decorative s1-hero-panel-accent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7406640" y="1371600"/>
            <a:ext cx="1463040" cy="201168"/>
          </a:xfrm>
          <a:prstGeom prst="roundRect">
            <a:avLst/>
          </a:prstGeom>
          <a:solidFill>
            <a:srgbClr val="315F9F"/>
          </a:solidFill>
          <a:ln w="1270">
            <a:solidFill>
              <a:srgbClr val="315F9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0" y="178308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713232"/>
            <a:ext cx="5669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315F9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PPTCREATER DECK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31520" y="1234440"/>
            <a:ext cx="5943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spc="-40" kern="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3秒で要点が伝わる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spc="-40" kern="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スライドを標準化する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731520" y="3611880"/>
            <a:ext cx="58521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963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用途・聴衆・ボリュームを先に固定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5963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し、編集可能な図形で表現します。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731520" y="5212080"/>
            <a:ext cx="58521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963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対象: GitHub CopilotやClaude Code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963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を使う開発者・デザイナー・企画担当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40664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spc="-40" kern="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このデッキの読み方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406640" y="2468880"/>
            <a:ext cx="374904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963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各スライドは1メッセージ。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5963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図やカードは編集可能な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5963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PowerPointオブジェクト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5963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です。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ecorative s2-track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1097280" y="3108960"/>
            <a:ext cx="10058400" cy="0"/>
          </a:xfrm>
          <a:prstGeom prst="line">
            <a:avLst/>
          </a:prstGeom>
          <a:ln w="38100">
            <a:solidFill>
              <a:srgbClr val="CBD5E1"/>
            </a:solidFill>
            <a:prstDash val="solid"/>
          </a:ln>
        </p:spPr>
      </p:sp>
      <p:sp>
        <p:nvSpPr>
          <p:cNvPr id="4" name="Decorative s2-node-0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1463040" y="2697480"/>
            <a:ext cx="822960" cy="822960"/>
          </a:xfrm>
          <a:prstGeom prst="ellipse">
            <a:avLst/>
          </a:prstGeom>
          <a:solidFill>
            <a:srgbClr val="315F9F"/>
          </a:solidFill>
          <a:ln w="1270">
            <a:solidFill>
              <a:srgbClr val="315F9F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9928" y="2944368"/>
            <a:ext cx="329184" cy="329184"/>
          </a:xfrm>
          <a:prstGeom prst="rect">
            <a:avLst/>
          </a:prstGeom>
        </p:spPr>
      </p:pic>
      <p:sp>
        <p:nvSpPr>
          <p:cNvPr id="6" name="Decorative s2-node-1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3589020" y="2697480"/>
            <a:ext cx="822960" cy="822960"/>
          </a:xfrm>
          <a:prstGeom prst="ellipse">
            <a:avLst/>
          </a:prstGeom>
          <a:solidFill>
            <a:srgbClr val="315F9F"/>
          </a:solidFill>
          <a:ln w="1270">
            <a:solidFill>
              <a:srgbClr val="315F9F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5908" y="2944368"/>
            <a:ext cx="329184" cy="329184"/>
          </a:xfrm>
          <a:prstGeom prst="rect">
            <a:avLst/>
          </a:prstGeom>
        </p:spPr>
      </p:pic>
      <p:sp>
        <p:nvSpPr>
          <p:cNvPr id="8" name="Decorative s2-node-2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5715000" y="2697480"/>
            <a:ext cx="822960" cy="822960"/>
          </a:xfrm>
          <a:prstGeom prst="ellipse">
            <a:avLst/>
          </a:prstGeom>
          <a:solidFill>
            <a:srgbClr val="315F9F"/>
          </a:solidFill>
          <a:ln w="1270">
            <a:solidFill>
              <a:srgbClr val="315F9F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61888" y="2944368"/>
            <a:ext cx="329184" cy="329184"/>
          </a:xfrm>
          <a:prstGeom prst="rect">
            <a:avLst/>
          </a:prstGeom>
        </p:spPr>
      </p:pic>
      <p:sp>
        <p:nvSpPr>
          <p:cNvPr id="10" name="Decorative s2-node-3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7840980" y="2697480"/>
            <a:ext cx="822960" cy="822960"/>
          </a:xfrm>
          <a:prstGeom prst="ellipse">
            <a:avLst/>
          </a:prstGeom>
          <a:solidFill>
            <a:srgbClr val="315F9F"/>
          </a:solidFill>
          <a:ln w="1270">
            <a:solidFill>
              <a:srgbClr val="315F9F"/>
            </a:solidFill>
            <a:prstDash val="solid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87868" y="2944368"/>
            <a:ext cx="329184" cy="329184"/>
          </a:xfrm>
          <a:prstGeom prst="rect">
            <a:avLst/>
          </a:prstGeom>
        </p:spPr>
      </p:pic>
      <p:sp>
        <p:nvSpPr>
          <p:cNvPr id="12" name="Decorative s2-node-4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9966960" y="2697480"/>
            <a:ext cx="822960" cy="822960"/>
          </a:xfrm>
          <a:prstGeom prst="ellipse">
            <a:avLst/>
          </a:prstGeom>
          <a:solidFill>
            <a:srgbClr val="315F9F"/>
          </a:solidFill>
          <a:ln w="1270">
            <a:solidFill>
              <a:srgbClr val="315F9F"/>
            </a:solidFill>
            <a:prstDash val="solid"/>
          </a:ln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13848" y="2944368"/>
            <a:ext cx="329184" cy="32918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spc="-40" kern="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ヒアリングから可視化までを1つの流れにする</a:t>
            </a:r>
            <a:endParaRPr lang="en-US" sz="3200" dirty="0"/>
          </a:p>
        </p:txBody>
      </p:sp>
      <p:sp>
        <p:nvSpPr>
          <p:cNvPr id="15" name="Text 7"/>
          <p:cNvSpPr/>
          <p:nvPr/>
        </p:nvSpPr>
        <p:spPr>
          <a:xfrm>
            <a:off x="109728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15F9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109728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322326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15F9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322326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聴衆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53492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15F9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534924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747522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15F9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747522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可視化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960120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15F9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5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9601200" y="4069080"/>
            <a:ext cx="1554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963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先に聞くほど、後のスライドは短く・強く・見やすくなります。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ecorative s3-card-0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636422" y="1920240"/>
            <a:ext cx="3383280" cy="3383280"/>
          </a:xfrm>
          <a:prstGeom prst="roundRect">
            <a:avLst/>
          </a:prstGeom>
          <a:solidFill>
            <a:srgbClr val="F6F5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Decorative s3-card-accent-0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956462" y="2286000"/>
            <a:ext cx="658368" cy="658368"/>
          </a:xfrm>
          <a:prstGeom prst="roundRect">
            <a:avLst/>
          </a:prstGeom>
          <a:solidFill>
            <a:srgbClr val="315F9F"/>
          </a:solidFill>
          <a:ln w="1270">
            <a:solidFill>
              <a:srgbClr val="315F9F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054" y="2450592"/>
            <a:ext cx="329184" cy="329184"/>
          </a:xfrm>
          <a:prstGeom prst="rect">
            <a:avLst/>
          </a:prstGeom>
        </p:spPr>
      </p:pic>
      <p:sp>
        <p:nvSpPr>
          <p:cNvPr id="6" name="Decorative s3-card-1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4403750" y="1920240"/>
            <a:ext cx="3383280" cy="3383280"/>
          </a:xfrm>
          <a:prstGeom prst="roundRect">
            <a:avLst/>
          </a:prstGeom>
          <a:solidFill>
            <a:srgbClr val="F6F5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Decorative s3-card-accent-1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4723790" y="2286000"/>
            <a:ext cx="658368" cy="658368"/>
          </a:xfrm>
          <a:prstGeom prst="roundRect">
            <a:avLst/>
          </a:prstGeom>
          <a:solidFill>
            <a:srgbClr val="315F9F"/>
          </a:solidFill>
          <a:ln w="1270">
            <a:solidFill>
              <a:srgbClr val="315F9F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8382" y="2450592"/>
            <a:ext cx="329184" cy="329184"/>
          </a:xfrm>
          <a:prstGeom prst="rect">
            <a:avLst/>
          </a:prstGeom>
        </p:spPr>
      </p:pic>
      <p:sp>
        <p:nvSpPr>
          <p:cNvPr id="9" name="Decorative s3-card-2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8171078" y="1920240"/>
            <a:ext cx="3383280" cy="3383280"/>
          </a:xfrm>
          <a:prstGeom prst="roundRect">
            <a:avLst/>
          </a:prstGeom>
          <a:solidFill>
            <a:srgbClr val="F6F5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Decorative s3-card-accent-2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8491118" y="2286000"/>
            <a:ext cx="658368" cy="658368"/>
          </a:xfrm>
          <a:prstGeom prst="roundRect">
            <a:avLst/>
          </a:prstGeom>
          <a:solidFill>
            <a:srgbClr val="315F9F"/>
          </a:solidFill>
          <a:ln w="1270">
            <a:solidFill>
              <a:srgbClr val="315F9F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55710" y="2450592"/>
            <a:ext cx="329184" cy="3291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spc="-40" kern="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スライドは装飾ではなく情報UIとして設計する</a:t>
            </a:r>
            <a:endParaRPr lang="en-US" sz="3200" dirty="0"/>
          </a:p>
        </p:txBody>
      </p:sp>
      <p:sp>
        <p:nvSpPr>
          <p:cNvPr id="13" name="Text 7"/>
          <p:cNvSpPr/>
          <p:nvPr/>
        </p:nvSpPr>
        <p:spPr>
          <a:xfrm>
            <a:off x="1002182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spc="-40" kern="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3秒で伝わる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02182" y="3886200"/>
            <a:ext cx="26517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963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結論型タイトルで要点を即伝達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769510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spc="-40" kern="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視覚階層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4769510" y="3886200"/>
            <a:ext cx="26517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963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サイズ・余白・色で視線を設計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536838" y="3154680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spc="-40" kern="0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アクセシブル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8536838" y="3886200"/>
            <a:ext cx="26517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963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コントラスト・読み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5963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順・alt textを検証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ecorative s4-closing-rule" descr="" decorative="1">
            <a:extLst>
              <a:ext uri="{C183D7F6-B498-43B3-948B-1728B52AA6E4}">
                <a16:decorative xmlns:a16="http://schemas.microsoft.com/office/drawing/2014/main">1</a16:decorative>
              </a:ext>
            </a:extLst>
          </p:cNvPr>
          <p:cNvSpPr/>
          <p:nvPr/>
        </p:nvSpPr>
        <p:spPr>
          <a:xfrm>
            <a:off x="914400" y="3886200"/>
            <a:ext cx="2194560" cy="73152"/>
          </a:xfrm>
          <a:prstGeom prst="rect">
            <a:avLst/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1371600"/>
            <a:ext cx="640080" cy="640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2194560"/>
            <a:ext cx="103327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spc="-4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用途別スタイル選定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914400" y="4206240"/>
            <a:ext cx="103327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現在のスタイル: minimal。テンプレート: modern-simple。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pptcreater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デザイン品質を備えたAIスライド作成</dc:title>
  <dc:subject>デザイン品質を備えたAIスライド作成</dc:subject>
  <dc:creator>pptcreater</dc:creator>
  <cp:lastModifiedBy>pptcreater</cp:lastModifiedBy>
  <cp:revision>1</cp:revision>
  <dcterms:created xsi:type="dcterms:W3CDTF">2026-06-16T02:19:39Z</dcterms:created>
  <dcterms:modified xsi:type="dcterms:W3CDTF">2026-06-16T02:19:39Z</dcterms:modified>
</cp:coreProperties>
</file>