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3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06640" y="1783080"/>
            <a:ext cx="37490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6304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7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902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2326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0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4924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13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098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7522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16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6696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0120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548640" cy="548640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6462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2182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2182" y="379476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000" dirty="0"/>
          </a:p>
        </p:txBody>
      </p:sp>
      <p:sp>
        <p:nvSpPr>
          <p:cNvPr id="8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548640" cy="548640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379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6951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69510" y="379476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000" dirty="0"/>
          </a:p>
        </p:txBody>
      </p:sp>
      <p:sp>
        <p:nvSpPr>
          <p:cNvPr id="13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548640" cy="548640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1118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536838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36838" y="379476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ve s4-closing-bg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03120"/>
            <a:ext cx="1033272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modern-simple。lint と polish で被り・はみ出しを抑えます。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2026-06-14T13:54:25Z</dcterms:created>
  <dcterms:modified xsi:type="dcterms:W3CDTF">2026-06-14T13:54:25Z</dcterms:modified>
</cp:coreProperties>
</file>