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pptcreater の全体像を最短で理解し、導入判断につなげる。聴衆: AIエージェントで資料作成を効率化したい開発者・企画担当・デザイナー。意思決定向けに論点と次アクションを明確化しています。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用途に合わせてスタイルを選ぶ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用途・聴衆・ボリュームを先に固定し、編集可能な図形で表現します。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AIエージェントで資料作成を効率化したい開発者・企画担当・デザイナー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各スライドは1メッセージ。図・カードは編集可能なPowerPointオブジェクトです。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20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用途に合わせてスタイルを選ぶ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modern-simple。lint と polish で被り・はみ出しを抑えます。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2026-06-14T22:05:46Z</dcterms:created>
  <dcterms:modified xsi:type="dcterms:W3CDTF">2026-06-14T22:05:46Z</dcterms:modified>
</cp:coreProperties>
</file>