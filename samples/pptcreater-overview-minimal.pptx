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1: AIに任せる部分と、人が決める部分を分ける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2: 作成体験は one-shot で完了する
mockup: mockup schematic
mockup long description: mockup schematic for a contextual pptcreater sample deck, generated from safe presets.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3: 公開前の品質ゲートを横並びで確認する
quality: list-horizontal schematic
quality long description: list-horizontal schematic for a contextual pptcreater sample deck, generated from safe presets.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4: 余白と短文で、最小構成でも伝わる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ative s1-rule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77240" y="914400"/>
            <a:ext cx="1097280" cy="73152"/>
          </a:xfrm>
          <a:prstGeom prst="rect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sp>
        <p:nvSpPr>
          <p:cNvPr id="3" name="Decorative s1-card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955280" y="1325880"/>
            <a:ext cx="3017520" cy="4114800"/>
          </a:xfrm>
          <a:prstGeom prst="roundRect">
            <a:avLst/>
          </a:prstGeom>
          <a:solidFill>
            <a:srgbClr val="F6F5F2"/>
          </a:solidFill>
          <a:ln w="12700">
            <a:solidFill>
              <a:srgbClr val="D8D3C8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66760" y="18288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77240" y="1234440"/>
            <a:ext cx="7040880" cy="1737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6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AIに任せる部分と</a:t>
            </a:r>
            <a:endParaRPr lang="en-US" sz="3600" dirty="0"/>
          </a:p>
          <a:p>
            <a:pPr indent="0" marL="0">
              <a:buNone/>
            </a:pPr>
            <a:r>
              <a:rPr lang="en-US" sz="36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人が決める部分を分ける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822960" y="3886200"/>
            <a:ext cx="630936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DeckSpec を中間表現にして、自由生成を検証可能なスライド設計へ変換します。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8366760" y="2514600"/>
            <a:ext cx="192024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one-shot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8366760" y="3246120"/>
            <a:ext cx="201168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create_pptx で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作成・検証・出力を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一括実行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ockup schematic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502920"/>
            <a:ext cx="11155680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ist-horizontal schematic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502920"/>
            <a:ext cx="11155680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35440" y="2286000"/>
            <a:ext cx="1097280" cy="10972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417320"/>
            <a:ext cx="7315200" cy="1645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8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余白と短文で</a:t>
            </a:r>
            <a:endParaRPr lang="en-US" sz="3800" dirty="0"/>
          </a:p>
          <a:p>
            <a:pPr indent="0" marL="0">
              <a:buNone/>
            </a:pPr>
            <a:r>
              <a:rPr lang="en-US" sz="38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最小構成でも伝わる</a:t>
            </a:r>
            <a:endParaRPr lang="en-US" sz="3800" dirty="0"/>
          </a:p>
        </p:txBody>
      </p:sp>
      <p:sp>
        <p:nvSpPr>
          <p:cNvPr id="4" name="Text 1"/>
          <p:cNvSpPr/>
          <p:nvPr/>
        </p:nvSpPr>
        <p:spPr>
          <a:xfrm>
            <a:off x="868680" y="3931920"/>
            <a:ext cx="640080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ミニマルパターンは、説明量を絞って1つの視覚要素に集中させます。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pptcreater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pptcreater minimal explanation</dc:title>
  <dc:subject>pptcreater minimal explanation</dc:subject>
  <dc:creator>pptcreater</dc:creator>
  <cp:lastModifiedBy>pptcreater</cp:lastModifiedBy>
  <cp:revision>1</cp:revision>
  <dcterms:created xsi:type="dcterms:W3CDTF">2026-06-14T22:36:06Z</dcterms:created>
  <dcterms:modified xsi:type="dcterms:W3CDTF">2026-06-14T22:36:06Z</dcterms:modified>
</cp:coreProperties>
</file>